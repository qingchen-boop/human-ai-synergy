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人机协作学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Personal Empowerment in the AI 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为什么学习这门课？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AI正在改变一切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会用AI ≠ 用好AI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这不只是技术课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学完这门课，你将能够：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理解AI的能力与局限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掌握高效人机协作方法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建立健康的AI使用习惯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我们如何学习？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理论学习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阅读材料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案例分析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小组讨论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623"/>
                </a:solidFill>
              </a:defRPr>
            </a:pPr>
            <a:r>
              <a:t>实践练习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动手实验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真实任务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反思日志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AI到底是什么？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定义：人工智能——机器模拟人类智能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分类：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弱AI（Narrow AI）：专注单一任务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强AI（General AI）：通用智能（尚未实现）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常见AI类型：机器学习、深度学习、大语言模型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类比：AI就像一个超级学习者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看过海量例子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能发现规律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但不懂道理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AI的能力边界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AI擅长的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数据处理与模式识别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快速检索与信息整合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格式转换与内容改写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模式化任务执行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多语言翻译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623"/>
                </a:solidFill>
              </a:defRPr>
            </a:pPr>
            <a:r>
              <a:t>AI不擅长的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真正的理解与常识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跨领域创新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情感理解与共情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模糊情境判断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价值判断与道德推理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AI是如何工作的？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以大语言模型为例：输入 -&gt; 处理 -&gt; 输出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1: 理解输入 — 把文字转换成数字（向量）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2: 生成回答 — 基于学习到的语言规律预测下一个词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3: 输出结果 — 把数字转换回文字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类比：就像一个读过图书馆所有书的人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能模仿各种写作风格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但并不理解内容的真正含义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AI的致命弱点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案例1：幻觉问题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问AI：秦始皇是哪年来中国的？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AI答：公元前260年 (错误)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案例2：推理错误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AI可能答错基本的逻辑推理题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核心结论：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AI很擅长听起来对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但不保证真的是对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必须保持批判性思维！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模块一核心收获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理解AI是什么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知道边界才能用好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保持批判性思维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90D9"/>
                </a:solidFill>
              </a:defRPr>
            </a:pPr>
            <a:r>
              <a:t>思考：你之前对AI有哪些误解？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从使用工具到与AI协作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演进过程：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工具时代：人类独立完成任务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辅助时代：人类使用传统工具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协作时代：人类+AI共同完成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增强时代：AI增强人类能力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公式：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人类独特能力 + AI处理能力 = 最佳结果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判断力、创造力、共情 + 速度、准确、规模化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与AI沟通的艺术——提示工程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什么是提示（Prompt）？你对AI说的每一句话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为什么提示很重要？同样的AI，不同的提示，效果天差地别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提示工程三要素：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角色 — 给AI一个身份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任务 — 清楚说明要什么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格式 — 指定输出形式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示例对比：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弱提示：帮我写一封邮件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强提示：设定角色、明确任务、指定语气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进阶技巧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技巧1：Few-shot 示例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以下是三封好的道歉邮件示例...按这个风格写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技巧2：思维链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请一步步思考这个问题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技巧3：迭代优化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问 -&gt; 看结果 -&gt; 指出问题 -&gt; 追问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技巧4：限制条件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请用小学生能听懂的话解释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复杂任务如何处理？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核心思想：不要让AI一次性完成复杂任务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示例：写一篇市场报告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1: 让AI收集行业信息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2: 让AI分析竞争对手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3: 你确定报告框架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4: 让AI写初稿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5: 你修改核心内容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6: 让AI润色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关键：人类负责判断，AI负责执行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与AI共创的艺术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误解：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AI第一版就是最终版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一次对话解决所有问题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正确：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AI生成 -&gt; 你反馈 -&gt; AI调整 -&gt; 循环迭代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迭代沟通示例：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第一轮：帮我写一个产品介绍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第二轮：第二段太技术化了，能更口语化一些吗？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第三轮：很好，但开头不够吸引人...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...直到满意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模块二核心要点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提示工程：角色+任务+格式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任务分解：化繁为简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迭代优化：不追求一次到位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协作思维：AI是伙伴，不是工具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90D9"/>
                </a:solidFill>
              </a:defRPr>
            </a:pPr>
            <a:r>
              <a:t>实践作业：优化你日常使用AI的对话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当AI变得不公平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AI输出的结果，反映的是训练数据中的偏见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案例1：招聘AI的歧视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AI系统性地降低女性简历的评分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案例2：面部识别的种族问题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早期系统对深肤色人群识别准确率显著较低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案例3：翻译软件的偏见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He is a doctor, she is a nurse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核心观点：AI的偏见，本质上是人的偏见的规模化呈现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AI会抢走你的工作吗？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90D9"/>
                </a:solidFill>
              </a:defRPr>
            </a:pPr>
            <a:r>
              <a:t>受冲击职业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数据录入员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重复性流水线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简单客服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基础翻译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623"/>
                </a:solidFill>
              </a:defRPr>
            </a:pPr>
            <a:r>
              <a:t>新兴职业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AI训练师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人机协作设计师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情感陪伴师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跨文化顾问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AI时代需要什么原则？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四大原则：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1. 有益（Beneficence）— AI应该增进人类福祉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2. 无害（Non-maleficence）— 避免AI造成伤害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3. 自主（Autonomy）— 人类保持决策自主权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4. 公正（Justice）— AI的利益和风险公平分配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讨论问题：在日常生活中，你遇到过AI带来的伦理困境吗？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模块三核心收获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AI不是完美的，它有偏见、有局限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问题不在AI，在于我们如何使用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意识到AI的偏见，保持批判性思维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支持公正的AI发展，为自己的AI使用负责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AI作为学习伙伴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对比：传统学习 vs AI辅助学习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传统：看书 -&gt; 遇到不懂 -&gt; 查字典/搜索 -&gt; 可能找不到答案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AI辅助：遇到不懂 -&gt; 随时提问 -&gt; 获得个性化解释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苏格拉底式提问法：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告诉我答案 -&gt; 错误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我理解对吗？有什么可能的反驳？ -&gt; 正确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有没有其他角度？ -&gt; 正确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关键：用AI帮助你思考，不是替你思考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AI增强你的创造力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你的独特视角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AI可以帮你做：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头脑风暴扩展思路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初稿打破空白页恐惧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格式转换（口语-书面）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语言润色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你的独特贡献：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核心观点、个人经历、真实情感、价值判断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最终作品 = 你的 + AI的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把AI融入你的日常工作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设计步骤：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1: 盘点高频任务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2: 识别AI切入点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3: 设计触发条件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4: 明确AI角色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Step 5: 建立反馈循环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案例：内容创作者的AI工作流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选题 -&gt; AI推荐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写作 -&gt; AI初稿+你改写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润色 -&gt; AI语言优化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发布 -&gt; 你最终审核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什么时候不该用AI？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情感支持 — AI没有真正的共情 -&gt; 找朋友/家人/心理咨询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重大人生决策 — AI不了解你的全部 -&gt; 找真人顾问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你想自己享受的过程 — 成长体验很重要 -&gt; 亲力亲为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需要身体力行的事 — 技能需要身体记忆 -&gt; 亲自做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当AI成为逃避 — 困难是成长的一部分 -&gt; 面对挑战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过度依赖AI的信号：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越来越不想独立思考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没有AI就无法开始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模块四核心要点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AI学习：加速器，不是替代品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AI创作：增强剂，核心在你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AI工作流：系统化，更高效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AI边界：知道何时不用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A90D9"/>
                </a:solidFill>
              </a:defRPr>
            </a:pPr>
            <a:r>
              <a:t>作业：设计一个属于你自己的AI工作流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AI Agent——下一波浪潮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什么是AI Agent？能自主行动、完成多步骤任务的AI系统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对比：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传统AI：你 -&gt; 发指令 -&gt; AI -&gt; 等待 -&gt; 一步步执行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Agent AI：你 -&gt; 发任务 -&gt; AI自主规划 -&gt; 执行 -&gt; 反馈 -&gt; 调整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示例场景：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帮我安排一次公司团建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-&gt; Agent自动查日历、搜地点、比价格、发邀请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潜在风险：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自主性越高，控制越难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错误可能放大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责任归属模糊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AGI离我们有多远？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时间线预测（专家分歧极大）：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乐观派（5-10年）：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Jensen Huang (NVIDIA): 5年内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很多AI研究员：10-20年内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保守派（50年以上/不可能）：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Yann LeCun: 至少几十年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很多科学家：不确定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无论AGI何时到来：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提前思考AI对人类的影响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建立正确的AI使用习惯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保持学习的心态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模块五核心收获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AI在快速发展，我们无法预测未来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但我们可以：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    保持好奇和学习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    思考AI的伦理和社会影响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    为变化做好准备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让我们动手做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练习1：提示工程实战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用提示工程方法优化一个你常用的AI任务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练习2：人机协作设计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为你自己的工作场景设计一个AI工作流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练习3：偏见识别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分析一个AI输出中的潜在偏见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练习4：伦理讨论</a:t>
            </a:r>
          </a:p>
          <a:p>
            <a:pPr lvl="1"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话题：AI生成的内容应该由谁负责？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B5C9E"/>
                </a:solidFill>
              </a:defRPr>
            </a:pPr>
            <a:r>
              <a:t>人机协作学——回顾与展望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人类负责：判断力、创造力、价值观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AI负责：执行力、记忆力、规模化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最终目标：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    成为增强型人类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[+]     而不是AI的附庸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AI会越来越强，但你的判断力、创造力、同理心</a:t>
            </a:r>
            <a:br/>
            <a:r>
              <a:t>以及作为人的独特价值，永远不会被取代。</a:t>
            </a:r>
            <a:br/>
            <a:br/>
            <a:r>
              <a:t>学会与AI协作，成为更好的自己。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